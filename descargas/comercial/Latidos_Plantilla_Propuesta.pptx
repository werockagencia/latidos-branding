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 - 001\Desktop\We Rock\Latidos\latidos-branding\comercial\fotos\portada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B">
              <a:alpha val="82000"/>
            </a:srgbClr>
          </a:solidFill>
          <a:ln/>
        </p:spPr>
      </p:sp>
      <p:pic>
        <p:nvPicPr>
          <p:cNvPr id="4" name="Image 1" descr="C:\Users\USER - 001\Desktop\We Rock\Latidos\latidos-branding\src\traced\pptx\waves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0640"/>
            <a:ext cx="12191695" cy="1737360"/>
          </a:xfrm>
          <a:prstGeom prst="rect">
            <a:avLst/>
          </a:prstGeom>
        </p:spPr>
      </p:pic>
      <p:pic>
        <p:nvPicPr>
          <p:cNvPr id="5" name="Image 2" descr="C:\Users\USER - 001\Desktop\We Rock\Latidos\latidos-branding\descargas\png\Latidos_Principal_Color-Negati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2926080" cy="85734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FF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PROPUESTA COMERCIAL · N.º LAT-2026-000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548640" y="2651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[Nombre del evento]</a:t>
            </a:r>
            <a:endParaRPr lang="en-US" sz="4400" dirty="0"/>
          </a:p>
        </p:txBody>
      </p:sp>
      <p:sp>
        <p:nvSpPr>
          <p:cNvPr id="8" name="Text 3"/>
          <p:cNvSpPr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Preparada para </a:t>
            </a:r>
            <a:pPr indent="0" marL="0">
              <a:buNone/>
            </a:pPr>
            <a:r>
              <a:rPr lang="en-US" sz="1800" b="1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[Empresa cliente]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[Fecha]   ·   latidos.jhe.sas@hotmail.com   ·   318 986 0324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 QUE ENTENDIMOS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[EMPRESA CLIENTE] · [CONTACTO], [CARGO]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 que entendimos de su encuentro.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00" cy="1920240"/>
          </a:xfrm>
          <a:prstGeom prst="roundRect">
            <a:avLst>
              <a:gd name="adj" fmla="val 7143"/>
            </a:avLst>
          </a:prstGeom>
          <a:solidFill>
            <a:srgbClr val="0B1B3B"/>
          </a:solidFill>
          <a:ln/>
        </p:spPr>
      </p:sp>
      <p:pic>
        <p:nvPicPr>
          <p:cNvPr id="8" name="Image 0" descr="C:\Users\USER - 001\Desktop\We Rock\Latidos\latidos-branding\src\traced\pptx\ic-estrella-0B1B3B-C6FF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918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FF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OBJETIVO PRINCIPAL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[Ej. Celebración de logros]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852160" y="141732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[Contexto del cliente: qué quieren lograr, a quién va dirigido y qué esperan del encuentro.]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52160" y="301752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DE0"/>
            </a:solidFill>
            <a:prstDash val="solid"/>
          </a:ln>
        </p:spPr>
      </p:sp>
      <p:pic>
        <p:nvPicPr>
          <p:cNvPr id="13" name="Image 1" descr="C:\Users\USER - 001\Desktop\We Rock\Latidos\latidos-branding\src\traced\pptx\ic-planeacion-C6FF3D-0B1B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200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FECHA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7512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[Fecha]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778240" y="301752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DE0"/>
            </a:solidFill>
            <a:prstDash val="solid"/>
          </a:ln>
        </p:spPr>
      </p:sp>
      <p:pic>
        <p:nvPicPr>
          <p:cNvPr id="17" name="Image 2" descr="C:\Users\USER - 001\Desktop\We Rock\Latidos\latidos-branding\src\traced\pptx\ic-locaciones-C6FF3D-0B1B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2004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0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LUGAR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9601200" y="3401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[Ciudad / lugar]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852160" y="40233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DE0"/>
            </a:solidFill>
            <a:prstDash val="solid"/>
          </a:ln>
        </p:spPr>
      </p:sp>
      <p:pic>
        <p:nvPicPr>
          <p:cNvPr id="21" name="Image 3" descr="C:\Users\USER - 001\Desktop\We Rock\Latidos\latidos-branding\src\traced\pptx\ic-teambuilding-C6FF3D-0B1B3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062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PERSONAS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6675120" y="4407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[N.º]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778240" y="40233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DDE0"/>
            </a:solidFill>
            <a:prstDash val="solid"/>
          </a:ln>
        </p:spPr>
      </p:sp>
      <p:pic>
        <p:nvPicPr>
          <p:cNvPr id="25" name="Image 4" descr="C:\Users\USER - 001\Desktop\We Rock\Latidos\latidos-branding\src\traced\pptx\ic-reloj-C6FF3D-0B1B3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20624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DURACIÓN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9601200" y="4407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[Duración]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EXPERIENCIA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NUESTRA PROPUESTA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[Nuestra propuesta en una frase]</a:t>
            </a:r>
            <a:endParaRPr lang="en-US" sz="2800" dirty="0"/>
          </a:p>
        </p:txBody>
      </p:sp>
      <p:pic>
        <p:nvPicPr>
          <p:cNvPr id="7" name="Image 0" descr="C:\Users\USER - 001\Desktop\We Rock\Latidos\latidos-branding\comercial\fotos\reconocimien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356616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055364"/>
            <a:ext cx="3566160" cy="2162556"/>
          </a:xfrm>
          <a:prstGeom prst="rect">
            <a:avLst/>
          </a:prstGeom>
          <a:solidFill>
            <a:srgbClr val="0B1B3B">
              <a:alpha val="90000"/>
            </a:srgbClr>
          </a:solidFill>
          <a:ln/>
        </p:spPr>
      </p:sp>
      <p:pic>
        <p:nvPicPr>
          <p:cNvPr id="9" name="Image 1" descr="C:\Users\USER - 001\Desktop\We Rock\Latidos\latidos-branding\src\traced\pptx\ic-reconocimiento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14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Eventos de reconocimiento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4800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Convenciones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Aniversarios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 de año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Incentivos</a:t>
            </a:r>
            <a:endParaRPr lang="en-US" sz="1150" dirty="0"/>
          </a:p>
        </p:txBody>
      </p:sp>
      <p:pic>
        <p:nvPicPr>
          <p:cNvPr id="12" name="Image 2" descr="C:\Users\USER - 001\Desktop\We Rock\Latidos\latidos-branding\comercial\fotos\cater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2286000"/>
            <a:ext cx="3566160" cy="3931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97680" y="4055364"/>
            <a:ext cx="3566160" cy="2162556"/>
          </a:xfrm>
          <a:prstGeom prst="rect">
            <a:avLst/>
          </a:prstGeom>
          <a:solidFill>
            <a:srgbClr val="0B1B3B">
              <a:alpha val="90000"/>
            </a:srgbClr>
          </a:solidFill>
          <a:ln/>
        </p:spPr>
      </p:sp>
      <p:pic>
        <p:nvPicPr>
          <p:cNvPr id="14" name="Image 3" descr="C:\Users\USER - 001\Desktop\We Rock\Latidos\latidos-branding\src\traced\pptx\ic-catering-0B1B3B-C6FF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51460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2628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Catering y alimentación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526280" y="4800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Refrigerios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Coffee break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Desayunos empresariales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Almuerzos ejecutivos</a:t>
            </a:r>
            <a:endParaRPr lang="en-US" sz="1150" dirty="0"/>
          </a:p>
        </p:txBody>
      </p:sp>
      <p:pic>
        <p:nvPicPr>
          <p:cNvPr id="17" name="Image 4" descr="C:\Users\USER - 001\Desktop\We Rock\Latidos\latidos-branding\comercial\fotos\teambuilding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46720" y="2286000"/>
            <a:ext cx="3566160" cy="39319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046720" y="4055364"/>
            <a:ext cx="3566160" cy="2162556"/>
          </a:xfrm>
          <a:prstGeom prst="rect">
            <a:avLst/>
          </a:prstGeom>
          <a:solidFill>
            <a:srgbClr val="0B1B3B">
              <a:alpha val="90000"/>
            </a:srgbClr>
          </a:solidFill>
          <a:ln/>
        </p:spPr>
      </p:sp>
      <p:pic>
        <p:nvPicPr>
          <p:cNvPr id="19" name="Image 5" descr="C:\Users\USER - 001\Desktop\We Rock\Latidos\latidos-branding\src\traced\pptx\ic-teambuilding-0B1B3B-C6FF3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514600"/>
            <a:ext cx="548640" cy="5486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7532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Integración y team building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275320" y="4800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Rally empresarial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Escape room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Juegos corporativos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Actividades de integración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cambiar una línea: copien su tarjeta desde la biblioteca al final de esta presentación.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ASÍ SE VIVIRÁ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Agenda del encuentro.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ritmo pensado para que cada momento tenga sentido: la llegada, el punto más alto y el recuerdo que queda.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45920"/>
          <a:ext cx="6492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3B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8:00 a. m.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Llegada y bienvenida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3B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9:00 a. m.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Actividad central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3B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1:00 p. m.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Almuerzo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3B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3:00 p. m.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Actividad de integración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3B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5:00 p. m.</a:t>
                      </a:r>
                      <a:endParaRPr lang="en-US" sz="14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Cierre y reconocimientos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PROPUESTA ECONÓMICA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Inversión.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463040"/>
                <a:gridCol w="1920240"/>
                <a:gridCol w="203911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A647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CONCEPTO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B1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A647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CANTIDAD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B1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A647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VALOR UNITARIO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B1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A647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B1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[Concepto 1]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[Concepto 2]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[Concepto 3]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[Concepto 4]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1B3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$ 0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4944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Subtotal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44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$ 0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4937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IVA 19 %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3544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$ 0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12280" y="5349240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0B1B3B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5394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Total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235440" y="5394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FF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$ 0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9C0C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CONDICIONES Y PRÓXIMOS PASOS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B9C0C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9C0C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src\traced\pptx\waves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94960"/>
            <a:ext cx="12191695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FF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CONDICIONES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Propuesta LAT-2026-000, válida hasta [fecha].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 de pago: 50 % para reservar la fecha y 50 % antes del evento.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Valores en pesos colombianos.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fecha se reserva con el primer pago.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Cambios en número de personas hasta 8 días antes.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0936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FF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128016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17284A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FF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3232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Revisan la propuesta y nos cuentan sus ajustes.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205740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17284A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FF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0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Confirmamos fecha, número de personas y detalles.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283464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17284A"/>
          </a:solidFill>
          <a:ln w="9525">
            <a:solidFill>
              <a:srgbClr val="2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FF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13232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Reservamos con el primer pago y empezamos a diseñar.</a:t>
            </a:r>
            <a:endParaRPr lang="en-US" sz="1300" dirty="0"/>
          </a:p>
        </p:txBody>
      </p:sp>
      <p:pic>
        <p:nvPicPr>
          <p:cNvPr id="18" name="Image 1" descr="C:\Users\USER - 001\Desktop\We Rock\Latidos\latidos-branding\src\traced\pptx\ic-chat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79476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[Nombre del asesor]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5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318 986 0324 · latidos.jhe.sas@hotmail.com</a:t>
            </a:r>
            <a:endParaRPr lang="en-US" sz="1300" dirty="0"/>
          </a:p>
        </p:txBody>
      </p:sp>
      <p:pic>
        <p:nvPicPr>
          <p:cNvPr id="20" name="Image 2" descr="C:\Users\USER - 001\Desktop\We Rock\Latidos\latidos-branding\descargas\png\Latidos_Principal_Color-Negati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715000"/>
            <a:ext cx="2011680" cy="589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6F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Biblioteca de líneas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Copien la tarjeta o la diapositiva de la línea que necesiten y péguenla en la propuesta. Estas diapositivas no se envían al cliente: bórrenlas antes de exportar.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01 · CATERING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cater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catering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Catering y alimentación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Sabores que acompañan cada momento del encuentro.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Desde una pausa de café hasta un almuerzo ejecutivo: menús pensados para el tipo de evento, el horario y el número de invitados.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Refrigerios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Coffee break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Desayunos empresariales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Almuerzos ejecutivos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Brunch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BBQ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Catering gourmet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02 · TRANSPORTE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transpor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transporte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Transporte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Llegar también es parte de la experiencia.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Movemos a sus equipos e invitados con puntualidad y comodidad, desde la oficina, el aeropuerto o entre sedes.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Vans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Busetas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Buses empresariales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Transporte VIP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Traslados al aeropuerto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03 · LOCACIONES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locacion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locaciones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Locaciones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El lugar correcto para cada encuentro.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Gestionamos el espacio ideal según el objetivo, el número de personas y el estilo del evento.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Hoteles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Haciendas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Salones de eventos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Clubes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Restaurantes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Centros de convenciones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04 · TEAM BUILDING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teambuil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teambuilding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Integración y team building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Equipos que juegan juntos, trabajan mejor juntos.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Dinámicas que rompen el hielo, fortalecen la confianza y ponen a prueba la colaboración de forma divertida.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Rally empresarial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Escape room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Juegos corporativos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Actividades de integración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05 · GASTRONOMÍA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gastronom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gastronomia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Experiencias gastronómicas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Cocinar, probar y compartir en equipo.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Talleres y catas guiadas donde los participantes aprenden, se divierten y se conectan alrededor de la mesa.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Preparación de pizza y sushi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Cocina temática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Catas de vino, cerveza, café y chocolate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Mixología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Maridajes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06 · BIENESTAR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bienest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bienestar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Bienestar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Equipos que se sienten bien, rinden mejor.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Espacios para bajar el ritmo, cuidar el cuerpo y la mente, y recuperar energía dentro de la jornada laboral.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Yoga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Mindfulness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Pausas activas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Masajes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Membresías fitness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Actividades de bienestar laboral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07 · FORMACIÓN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formac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formacion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Formación empresarial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Aprender también puede ser una experiencia.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Conferencias y talleres prácticos para fortalecer habilidades clave de los equipos.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Conferencias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Coaching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Liderazgo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Comunicación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Servicio al cliente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Ventas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08 · RECONOCIMIENTO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reconocimien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reconocimiento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Eventos de reconocimiento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Celebrar a las personas que hacen la diferencia.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Momentos que reconocen el esfuerzo, celebran los logros y refuerzan el orgullo de pertenecer.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Convenciones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Aniversarios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 de año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Incentivos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Día de la familia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Quinquenios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09 · TURISMO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turism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turismo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Turismo corporativo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Salir de la oficina para volver con más energía.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Planes fuera de la ciudad para integrar, descansar o premiar, con toda la logística resuelta.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Pasadías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Hospedaje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10 · DEPORTES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deport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deportes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Eventos deportivos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Movimiento, competencia sana y mucha energía.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Jornadas deportivas y recreativas que activan a los equipos y promueven hábitos saludables.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Campeonatos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Actividades recreativas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Rodadas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Running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Zumba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LÍNEA 11 · MARKETING BTL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PROPUESTA PARA [EMPRESA CLIENTE]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LATIDOS · EXPERIENCIAS CORPORATIVAS</a:t>
            </a:r>
            <a:endParaRPr lang="en-US" sz="800" dirty="0"/>
          </a:p>
        </p:txBody>
      </p:sp>
      <p:pic>
        <p:nvPicPr>
          <p:cNvPr id="5" name="Image 0" descr="C:\Users\USER - 001\Desktop\We Rock\Latidos\latidos-branding\comercial\fotos\bt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22960"/>
            <a:ext cx="5120640" cy="539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059936"/>
            <a:ext cx="5120640" cy="2157984"/>
          </a:xfrm>
          <a:prstGeom prst="rect">
            <a:avLst/>
          </a:prstGeom>
          <a:solidFill>
            <a:srgbClr val="0B1B3B">
              <a:alpha val="75000"/>
            </a:srgbClr>
          </a:solidFill>
          <a:ln/>
        </p:spPr>
      </p:sp>
      <p:pic>
        <p:nvPicPr>
          <p:cNvPr id="7" name="Image 1" descr="C:\Users\USER - 001\Desktop\We Rock\Latidos\latidos-branding\src\traced\pptx\ic-btl-0B1B3B-C6FF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5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11</a:t>
            </a:r>
            <a:endParaRPr lang="en-US" sz="8000" dirty="0"/>
          </a:p>
        </p:txBody>
      </p:sp>
      <p:sp>
        <p:nvSpPr>
          <p:cNvPr id="9" name="Text 5"/>
          <p:cNvSpPr/>
          <p:nvPr/>
        </p:nvSpPr>
        <p:spPr>
          <a:xfrm>
            <a:off x="6217920" y="1188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Marketing experiencial y BTL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B3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Marcas que se viven, no solo se ven.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179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Experiencias de marca que conectan con clientes, canales y público en el momento y el lugar indicados.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4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INCLUYE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17920" y="38862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Activaciones de marca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Lanzamientos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Experiencias en punto de venta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B1B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Stands y ferias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Latidos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Latidos · Propuesta comercial</dc:title>
  <dc:subject>PptxGenJS Presentation</dc:subject>
  <dc:creator>We Rock Agencia</dc:creator>
  <cp:lastModifiedBy>We Rock Agencia</cp:lastModifiedBy>
  <cp:revision>1</cp:revision>
  <dcterms:created xsi:type="dcterms:W3CDTF">2026-10-28T19:37:30Z</dcterms:created>
  <dcterms:modified xsi:type="dcterms:W3CDTF">2026-10-28T19:37:30Z</dcterms:modified>
</cp:coreProperties>
</file>